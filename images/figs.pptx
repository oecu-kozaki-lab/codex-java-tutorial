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18" d="100"/>
          <a:sy n="118" d="100"/>
        </p:scale>
        <p:origin x="84" y="1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931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1931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4809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3475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1301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7341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425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4770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8478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532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4889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752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BD37490-0E31-4C87-86DC-7DE291766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5980"/>
            <a:ext cx="9144000" cy="6631426"/>
          </a:xfrm>
          <a:prstGeom prst="rect">
            <a:avLst/>
          </a:prstGeom>
        </p:spPr>
      </p:pic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FE174507-B421-4C62-8EA5-3806BDF0CC5B}"/>
              </a:ext>
            </a:extLst>
          </p:cNvPr>
          <p:cNvSpPr/>
          <p:nvPr/>
        </p:nvSpPr>
        <p:spPr>
          <a:xfrm>
            <a:off x="3186952" y="4424085"/>
            <a:ext cx="4276163" cy="1048868"/>
          </a:xfrm>
          <a:prstGeom prst="wedgeRectCallout">
            <a:avLst>
              <a:gd name="adj1" fmla="val -19725"/>
              <a:gd name="adj2" fmla="val -82662"/>
            </a:avLst>
          </a:prstGeom>
          <a:solidFill>
            <a:srgbClr val="FFFFCC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b="1" dirty="0">
                <a:solidFill>
                  <a:srgbClr val="FF0000"/>
                </a:solidFill>
              </a:rPr>
              <a:t>「ダウンロード」</a:t>
            </a:r>
            <a:r>
              <a:rPr kumimoji="1" lang="ja-JP" altLang="en-US" dirty="0">
                <a:solidFill>
                  <a:srgbClr val="FF0000"/>
                </a:solidFill>
              </a:rPr>
              <a:t>を選択し，ダウンロードが完了したらファイルをダブルクリックして</a:t>
            </a:r>
            <a:r>
              <a:rPr kumimoji="1" lang="ja-JP" altLang="en-US" b="1" dirty="0">
                <a:solidFill>
                  <a:srgbClr val="FF0000"/>
                </a:solidFill>
              </a:rPr>
              <a:t>インストールを実行</a:t>
            </a:r>
            <a:r>
              <a:rPr kumimoji="1" lang="ja-JP" altLang="en-US" dirty="0">
                <a:solidFill>
                  <a:srgbClr val="FF0000"/>
                </a:solidFill>
              </a:rPr>
              <a:t>する</a:t>
            </a:r>
            <a:endParaRPr kumimoji="1" lang="en-US" altLang="ja-JP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5595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28C3EB9B-2A31-44F7-B18F-E3E2E76D0A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6261" r="23768"/>
          <a:stretch/>
        </p:blipFill>
        <p:spPr>
          <a:xfrm>
            <a:off x="1721223" y="414274"/>
            <a:ext cx="5567083" cy="4545635"/>
          </a:xfr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872DE73-BA40-4EA6-A821-886BAB903211}"/>
              </a:ext>
            </a:extLst>
          </p:cNvPr>
          <p:cNvSpPr/>
          <p:nvPr/>
        </p:nvSpPr>
        <p:spPr>
          <a:xfrm>
            <a:off x="2850776" y="3267636"/>
            <a:ext cx="3133165" cy="56477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0C94AD2C-D22A-48E6-BF7E-DA2D33AC58D6}"/>
              </a:ext>
            </a:extLst>
          </p:cNvPr>
          <p:cNvSpPr/>
          <p:nvPr/>
        </p:nvSpPr>
        <p:spPr>
          <a:xfrm>
            <a:off x="2487705" y="4303061"/>
            <a:ext cx="4403911" cy="1707774"/>
          </a:xfrm>
          <a:prstGeom prst="wedgeRectCallout">
            <a:avLst>
              <a:gd name="adj1" fmla="val -19725"/>
              <a:gd name="adj2" fmla="val -82662"/>
            </a:avLst>
          </a:prstGeom>
          <a:solidFill>
            <a:srgbClr val="FFFFCC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「別の方法でサインイン」</a:t>
            </a:r>
            <a:r>
              <a:rPr kumimoji="1" lang="ja-JP" altLang="en-US" dirty="0">
                <a:solidFill>
                  <a:srgbClr val="FF0000"/>
                </a:solidFill>
              </a:rPr>
              <a:t>を選択し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次に表示される画面で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使用する</a:t>
            </a:r>
            <a:r>
              <a:rPr kumimoji="1" lang="en-US" altLang="ja-JP" b="1" dirty="0" err="1">
                <a:solidFill>
                  <a:srgbClr val="FF0000"/>
                </a:solidFill>
              </a:rPr>
              <a:t>OpenAI</a:t>
            </a:r>
            <a:r>
              <a:rPr kumimoji="1" lang="en-US" altLang="ja-JP" b="1" dirty="0">
                <a:solidFill>
                  <a:srgbClr val="FF0000"/>
                </a:solidFill>
              </a:rPr>
              <a:t> </a:t>
            </a:r>
            <a:r>
              <a:rPr kumimoji="1" lang="ja-JP" altLang="en-US" b="1" dirty="0">
                <a:solidFill>
                  <a:srgbClr val="FF0000"/>
                </a:solidFill>
              </a:rPr>
              <a:t>の</a:t>
            </a:r>
            <a:r>
              <a:rPr kumimoji="1" lang="en-US" altLang="ja-JP" b="1" dirty="0">
                <a:solidFill>
                  <a:srgbClr val="FF0000"/>
                </a:solidFill>
              </a:rPr>
              <a:t>API</a:t>
            </a:r>
            <a:r>
              <a:rPr kumimoji="1" lang="ja-JP" altLang="en-US" b="1" dirty="0">
                <a:solidFill>
                  <a:srgbClr val="FF0000"/>
                </a:solidFill>
              </a:rPr>
              <a:t>キー</a:t>
            </a:r>
            <a:r>
              <a:rPr kumimoji="1" lang="ja-JP" altLang="en-US" dirty="0">
                <a:solidFill>
                  <a:srgbClr val="FF0000"/>
                </a:solidFill>
              </a:rPr>
              <a:t>を入力する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↓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あとは指示に従って設定を完了する</a:t>
            </a:r>
            <a:endParaRPr kumimoji="1" lang="en-US" altLang="ja-JP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2087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604F71AE-2DD5-4C59-987A-9F51C2E319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732" y="185084"/>
            <a:ext cx="8892535" cy="6135034"/>
          </a:xfrm>
        </p:spPr>
      </p:pic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D329E8C6-D5E7-4053-BF93-7AF988756EC0}"/>
              </a:ext>
            </a:extLst>
          </p:cNvPr>
          <p:cNvSpPr/>
          <p:nvPr/>
        </p:nvSpPr>
        <p:spPr>
          <a:xfrm>
            <a:off x="3186953" y="900955"/>
            <a:ext cx="3899648" cy="1196786"/>
          </a:xfrm>
          <a:prstGeom prst="wedgeRectCallout">
            <a:avLst>
              <a:gd name="adj1" fmla="val -19035"/>
              <a:gd name="adj2" fmla="val -33224"/>
            </a:avLst>
          </a:prstGeom>
          <a:solidFill>
            <a:srgbClr val="FFFFCC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solidFill>
                  <a:srgbClr val="FF0000"/>
                </a:solidFill>
              </a:rPr>
              <a:t>この画面になったら，</a:t>
            </a:r>
            <a:endParaRPr kumimoji="1" lang="en-US" altLang="ja-JP" sz="2400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sz="2400" dirty="0">
                <a:solidFill>
                  <a:srgbClr val="FF0000"/>
                </a:solidFill>
              </a:rPr>
              <a:t>インストール・設定が完了</a:t>
            </a:r>
            <a:endParaRPr kumimoji="1" lang="en-US" altLang="ja-JP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5015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E31CDE8A-0804-248A-5F25-C85214C7E0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9474" y="99627"/>
            <a:ext cx="8654595" cy="6279530"/>
          </a:xfr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01A7FBC-7016-B917-684D-437F18109283}"/>
              </a:ext>
            </a:extLst>
          </p:cNvPr>
          <p:cNvSpPr/>
          <p:nvPr/>
        </p:nvSpPr>
        <p:spPr>
          <a:xfrm>
            <a:off x="2877830" y="2364057"/>
            <a:ext cx="5524911" cy="70378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47F0B47A-15F7-5141-0C6C-F9FC9E68E39C}"/>
              </a:ext>
            </a:extLst>
          </p:cNvPr>
          <p:cNvSpPr/>
          <p:nvPr/>
        </p:nvSpPr>
        <p:spPr>
          <a:xfrm>
            <a:off x="4474608" y="3307501"/>
            <a:ext cx="4148416" cy="615221"/>
          </a:xfrm>
          <a:prstGeom prst="wedgeRectCallout">
            <a:avLst>
              <a:gd name="adj1" fmla="val -20377"/>
              <a:gd name="adj2" fmla="val -93216"/>
            </a:avLst>
          </a:prstGeom>
          <a:solidFill>
            <a:srgbClr val="FFFFCC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「アクセス」</a:t>
            </a:r>
            <a:r>
              <a:rPr kumimoji="1" lang="ja-JP" altLang="en-US" dirty="0">
                <a:solidFill>
                  <a:srgbClr val="FF0000"/>
                </a:solidFill>
              </a:rPr>
              <a:t>を</a:t>
            </a:r>
            <a:r>
              <a:rPr kumimoji="1" lang="en-US" altLang="ja-JP" dirty="0">
                <a:solidFill>
                  <a:srgbClr val="FF0000"/>
                </a:solidFill>
              </a:rPr>
              <a:t>OFF</a:t>
            </a:r>
            <a:r>
              <a:rPr kumimoji="1" lang="ja-JP" altLang="en-US" dirty="0">
                <a:solidFill>
                  <a:srgbClr val="FF0000"/>
                </a:solidFill>
              </a:rPr>
              <a:t>にする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（インストール時は</a:t>
            </a:r>
            <a:r>
              <a:rPr kumimoji="1" lang="en-US" altLang="ja-JP" dirty="0">
                <a:solidFill>
                  <a:srgbClr val="FF0000"/>
                </a:solidFill>
              </a:rPr>
              <a:t>ON</a:t>
            </a:r>
            <a:r>
              <a:rPr kumimoji="1" lang="ja-JP" altLang="en-US" dirty="0">
                <a:solidFill>
                  <a:srgbClr val="FF0000"/>
                </a:solidFill>
              </a:rPr>
              <a:t>になっている）</a:t>
            </a:r>
            <a:endParaRPr kumimoji="1" lang="en-US" altLang="ja-JP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478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</TotalTime>
  <Words>80</Words>
  <Application>Microsoft Office PowerPoint</Application>
  <PresentationFormat>画面に合わせる (4:3)</PresentationFormat>
  <Paragraphs>10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古崎 晃司</dc:creator>
  <cp:lastModifiedBy>晃司 古崎</cp:lastModifiedBy>
  <cp:revision>6</cp:revision>
  <dcterms:created xsi:type="dcterms:W3CDTF">2026-08-24T08:18:20Z</dcterms:created>
  <dcterms:modified xsi:type="dcterms:W3CDTF">2026-08-24T09:19:51Z</dcterms:modified>
</cp:coreProperties>
</file>