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1" d="100"/>
          <a:sy n="71" d="100"/>
        </p:scale>
        <p:origin x="1134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9931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81931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4809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3475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301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87341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27425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947704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847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2532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48894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853CA-AE8F-478E-9725-EF20E2C7F069}" type="datetimeFigureOut">
              <a:rPr kumimoji="1" lang="ja-JP" altLang="en-US" smtClean="0"/>
              <a:t>2026/8/24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035266-ADF7-4967-93BA-0408469B883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7527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8BD37490-0E31-4C87-86DC-7DE291766C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25980"/>
            <a:ext cx="9144000" cy="6631426"/>
          </a:xfrm>
          <a:prstGeom prst="rect">
            <a:avLst/>
          </a:prstGeom>
        </p:spPr>
      </p:pic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FE174507-B421-4C62-8EA5-3806BDF0CC5B}"/>
              </a:ext>
            </a:extLst>
          </p:cNvPr>
          <p:cNvSpPr/>
          <p:nvPr/>
        </p:nvSpPr>
        <p:spPr>
          <a:xfrm>
            <a:off x="3186952" y="4424085"/>
            <a:ext cx="4276163" cy="1048868"/>
          </a:xfrm>
          <a:prstGeom prst="wedgeRectCallout">
            <a:avLst>
              <a:gd name="adj1" fmla="val -19725"/>
              <a:gd name="adj2" fmla="val -82662"/>
            </a:avLst>
          </a:prstGeom>
          <a:solidFill>
            <a:srgbClr val="FFFF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b="1" dirty="0">
                <a:solidFill>
                  <a:srgbClr val="FF0000"/>
                </a:solidFill>
              </a:rPr>
              <a:t>「ダウンロード」</a:t>
            </a:r>
            <a:r>
              <a:rPr kumimoji="1" lang="ja-JP" altLang="en-US" dirty="0">
                <a:solidFill>
                  <a:srgbClr val="FF0000"/>
                </a:solidFill>
              </a:rPr>
              <a:t>を選択し，ダウンロードが完了したらファイルをダブルクリックして</a:t>
            </a:r>
            <a:r>
              <a:rPr kumimoji="1" lang="ja-JP" altLang="en-US" b="1" dirty="0">
                <a:solidFill>
                  <a:srgbClr val="FF0000"/>
                </a:solidFill>
              </a:rPr>
              <a:t>インストールを実行</a:t>
            </a:r>
            <a:r>
              <a:rPr kumimoji="1" lang="ja-JP" altLang="en-US" dirty="0">
                <a:solidFill>
                  <a:srgbClr val="FF0000"/>
                </a:solidFill>
              </a:rPr>
              <a:t>する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5595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28C3EB9B-2A31-44F7-B18F-E3E2E76D0A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6261" r="23768"/>
          <a:stretch/>
        </p:blipFill>
        <p:spPr>
          <a:xfrm>
            <a:off x="1721223" y="414274"/>
            <a:ext cx="5567083" cy="4545635"/>
          </a:xfr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6872DE73-BA40-4EA6-A821-886BAB903211}"/>
              </a:ext>
            </a:extLst>
          </p:cNvPr>
          <p:cNvSpPr/>
          <p:nvPr/>
        </p:nvSpPr>
        <p:spPr>
          <a:xfrm>
            <a:off x="2850776" y="3267636"/>
            <a:ext cx="3133165" cy="56477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吹き出し: 四角形 7">
            <a:extLst>
              <a:ext uri="{FF2B5EF4-FFF2-40B4-BE49-F238E27FC236}">
                <a16:creationId xmlns:a16="http://schemas.microsoft.com/office/drawing/2014/main" id="{0C94AD2C-D22A-48E6-BF7E-DA2D33AC58D6}"/>
              </a:ext>
            </a:extLst>
          </p:cNvPr>
          <p:cNvSpPr/>
          <p:nvPr/>
        </p:nvSpPr>
        <p:spPr>
          <a:xfrm>
            <a:off x="2487705" y="4303061"/>
            <a:ext cx="4403911" cy="1707774"/>
          </a:xfrm>
          <a:prstGeom prst="wedgeRectCallout">
            <a:avLst>
              <a:gd name="adj1" fmla="val -19725"/>
              <a:gd name="adj2" fmla="val -82662"/>
            </a:avLst>
          </a:prstGeom>
          <a:solidFill>
            <a:srgbClr val="FFFF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>
                <a:solidFill>
                  <a:srgbClr val="FF0000"/>
                </a:solidFill>
              </a:rPr>
              <a:t>「別の方法でサインイン」</a:t>
            </a:r>
            <a:r>
              <a:rPr kumimoji="1" lang="ja-JP" altLang="en-US" dirty="0">
                <a:solidFill>
                  <a:srgbClr val="FF0000"/>
                </a:solidFill>
              </a:rPr>
              <a:t>を選択し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次に表示される画面で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使用する</a:t>
            </a:r>
            <a:r>
              <a:rPr kumimoji="1" lang="en-US" altLang="ja-JP" b="1" dirty="0" err="1">
                <a:solidFill>
                  <a:srgbClr val="FF0000"/>
                </a:solidFill>
              </a:rPr>
              <a:t>OpenAI</a:t>
            </a:r>
            <a:r>
              <a:rPr kumimoji="1" lang="en-US" altLang="ja-JP" b="1" dirty="0">
                <a:solidFill>
                  <a:srgbClr val="FF0000"/>
                </a:solidFill>
              </a:rPr>
              <a:t> </a:t>
            </a:r>
            <a:r>
              <a:rPr kumimoji="1" lang="ja-JP" altLang="en-US" b="1" dirty="0">
                <a:solidFill>
                  <a:srgbClr val="FF0000"/>
                </a:solidFill>
              </a:rPr>
              <a:t>の</a:t>
            </a:r>
            <a:r>
              <a:rPr kumimoji="1" lang="en-US" altLang="ja-JP" b="1" dirty="0">
                <a:solidFill>
                  <a:srgbClr val="FF0000"/>
                </a:solidFill>
              </a:rPr>
              <a:t>API</a:t>
            </a:r>
            <a:r>
              <a:rPr kumimoji="1" lang="ja-JP" altLang="en-US" b="1" dirty="0">
                <a:solidFill>
                  <a:srgbClr val="FF0000"/>
                </a:solidFill>
              </a:rPr>
              <a:t>キー</a:t>
            </a:r>
            <a:r>
              <a:rPr kumimoji="1" lang="ja-JP" altLang="en-US" dirty="0">
                <a:solidFill>
                  <a:srgbClr val="FF0000"/>
                </a:solidFill>
              </a:rPr>
              <a:t>を入力する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↓</a:t>
            </a:r>
            <a:endParaRPr kumimoji="1" lang="en-US" altLang="ja-JP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dirty="0">
                <a:solidFill>
                  <a:srgbClr val="FF0000"/>
                </a:solidFill>
              </a:rPr>
              <a:t>あとは指示に従って設定を完了する</a:t>
            </a:r>
            <a:endParaRPr kumimoji="1" lang="en-US" altLang="ja-JP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0877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コンテンツ プレースホルダー 4">
            <a:extLst>
              <a:ext uri="{FF2B5EF4-FFF2-40B4-BE49-F238E27FC236}">
                <a16:creationId xmlns:a16="http://schemas.microsoft.com/office/drawing/2014/main" id="{604F71AE-2DD5-4C59-987A-9F51C2E319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5732" y="185084"/>
            <a:ext cx="8892535" cy="6135034"/>
          </a:xfrm>
        </p:spPr>
      </p:pic>
      <p:sp>
        <p:nvSpPr>
          <p:cNvPr id="6" name="吹き出し: 四角形 5">
            <a:extLst>
              <a:ext uri="{FF2B5EF4-FFF2-40B4-BE49-F238E27FC236}">
                <a16:creationId xmlns:a16="http://schemas.microsoft.com/office/drawing/2014/main" id="{D329E8C6-D5E7-4053-BF93-7AF988756EC0}"/>
              </a:ext>
            </a:extLst>
          </p:cNvPr>
          <p:cNvSpPr/>
          <p:nvPr/>
        </p:nvSpPr>
        <p:spPr>
          <a:xfrm>
            <a:off x="3186953" y="900955"/>
            <a:ext cx="3899648" cy="1196786"/>
          </a:xfrm>
          <a:prstGeom prst="wedgeRectCallout">
            <a:avLst>
              <a:gd name="adj1" fmla="val -19035"/>
              <a:gd name="adj2" fmla="val -33224"/>
            </a:avLst>
          </a:prstGeom>
          <a:solidFill>
            <a:srgbClr val="FFFFCC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rgbClr val="FF0000"/>
                </a:solidFill>
              </a:rPr>
              <a:t>この画面になったら，</a:t>
            </a:r>
            <a:endParaRPr kumimoji="1" lang="en-US" altLang="ja-JP" sz="2400" dirty="0">
              <a:solidFill>
                <a:srgbClr val="FF0000"/>
              </a:solidFill>
            </a:endParaRPr>
          </a:p>
          <a:p>
            <a:pPr algn="ctr"/>
            <a:r>
              <a:rPr kumimoji="1" lang="ja-JP" altLang="en-US" sz="2400" dirty="0">
                <a:solidFill>
                  <a:srgbClr val="FF0000"/>
                </a:solidFill>
              </a:rPr>
              <a:t>インストール・設定が完了</a:t>
            </a:r>
            <a:endParaRPr kumimoji="1" lang="en-US" altLang="ja-JP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5015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64</Words>
  <Application>Microsoft Office PowerPoint</Application>
  <PresentationFormat>画面に合わせる (4:3)</PresentationFormat>
  <Paragraphs>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古崎 晃司</dc:creator>
  <cp:lastModifiedBy>古崎 晃司</cp:lastModifiedBy>
  <cp:revision>5</cp:revision>
  <dcterms:created xsi:type="dcterms:W3CDTF">2026-08-24T08:18:20Z</dcterms:created>
  <dcterms:modified xsi:type="dcterms:W3CDTF">2026-08-24T08:33:25Z</dcterms:modified>
</cp:coreProperties>
</file>